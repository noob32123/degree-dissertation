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even Yang" initials="sY" lastIdx="1" clrIdx="0">
    <p:extLst>
      <p:ext uri="{19B8F6BF-5375-455C-9EA6-DF929625EA0E}">
        <p15:presenceInfo xmlns:p15="http://schemas.microsoft.com/office/powerpoint/2012/main" userId="ea8ad920214beca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>
      <p:cViewPr varScale="1">
        <p:scale>
          <a:sx n="88" d="100"/>
          <a:sy n="8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4D38E-0913-E711-B16F-AC7139D7B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49108E-4343-CE57-EAC3-E7388E6B0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0ED389-CED1-A9C1-5C8B-35D4683B3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EAFCD8-8371-5D78-5E4E-17748F363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351688-6749-45E2-6BB7-5F2F750A1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64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624ECF-47CD-9238-8E38-4BA1EBEC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0FEBCF-6A83-61FE-35F8-FA189ED83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B88842-6FA1-2AC2-C664-740CA5CF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CB4AD-458E-DB6A-4671-8CE4F646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FA060-9DCE-28D9-74B7-0017B519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60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571B5-26F0-F9ED-8A78-147305953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AAD93A-1C68-CE54-0AB2-D2B8AD815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D52D45-425F-1364-1E87-56B556F8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02BF4C-E379-F93C-1C48-09D4ABD8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13456B-35DF-A896-E932-FA847DBD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35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197FA-562E-91CF-CFAC-C7F37CE1F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FFD229-0BCB-1F8D-F5B2-DA5B5623C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12B964E-B05E-5D51-F69F-51DA1D40D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1CB7E1-4540-1989-50E1-6CE12897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36BF5-4681-A5AD-F564-4E75051F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4E6023-A174-E948-A841-F297B842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25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6DD00-6A58-2C33-09D2-FD44801F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69C7B1-3D2D-AD74-090D-89C4778D3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3A4D21-F8FC-ED0F-EAB3-E98DFCF80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9A2FBF-A303-442D-87F4-97B31110A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01C9EC-6A00-6835-09B3-E532333DE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376CE4-8EF5-906B-EC81-DBB8261F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F7F96A-E9D5-D25C-4D44-BA1C60CBD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E55A6D8-6110-344C-86B5-E450A5D4D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31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44E85-0052-7DD8-2E66-18F1E13A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A0F17D-DD5B-E27B-2079-58D69F2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9C7788-3942-939F-FC76-79D9FF104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39A6DF-1721-89BE-BC32-14F53475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8E09D8-925B-BD40-4B2B-601DB503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45DDAF-00CC-B9B0-F153-6D1D35AA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31B696-933B-648A-F02B-786C68C9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637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60BF7-A451-8C83-F6E6-5F64B5583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076FA6-4B8F-92BD-0012-7B9AC05D7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F24A3C-EA5D-505D-F4CA-8A13EC973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01D209-B904-157A-F3FE-E44BD5566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1B5255-A19D-01F8-0652-92C872D62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73D1FE-4BF1-2D54-9041-6EEE54A5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81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10F333-E133-A0AE-5C88-4BA6A7E14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72FD846-36C2-1F0F-1E91-3E90411E8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4C0EDB-5756-FFDE-8424-7CCC14F60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CA5B66-9182-7A80-B34E-0612882B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5CFCAA-9ABF-7004-77C0-A594B6C4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7CA250-5F33-1F38-17FD-BDFE23B0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2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3FB6D-616E-89B8-177B-E762E081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A33295-8740-AD06-9351-966DE4562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A10A2-51A6-4F93-3BB6-75CB32B7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FBC37F-F2D4-9911-1CAD-27AECA485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2B5CA9-98DA-44A4-6B65-BDB2A5C7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1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478B71-7D53-FB17-2D14-6B9B50BA6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674734-46A1-AAC0-9E90-7F515B056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B3912C-BDE4-6CC7-9F03-883952B63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998FED-8478-114D-29DE-0F6326D7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03C471-93FD-9658-8BD2-FDDE687C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87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6FD4F2-65E0-1846-384F-2E71E476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D26304-EE92-ADE5-E812-D560107DB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AC0578-AA24-9E45-57C5-BCBA16F9F9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4909F-8652-4840-B909-BDBF22A0A234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C22D0F-A34A-B49D-C573-49B3AF613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18A538-2E64-E7B9-DC13-19501C6188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A6BEC-D284-4016-80A5-BA81EF43B7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25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9EB2E0A-3EA0-FADB-87D6-C0D9260A4C40}"/>
              </a:ext>
            </a:extLst>
          </p:cNvPr>
          <p:cNvSpPr/>
          <p:nvPr/>
        </p:nvSpPr>
        <p:spPr>
          <a:xfrm>
            <a:off x="347923" y="907127"/>
            <a:ext cx="2535382" cy="44140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1B01216-9069-AD24-A520-C9D3D01CCA3C}"/>
                  </a:ext>
                </a:extLst>
              </p:cNvPr>
              <p:cNvSpPr/>
              <p:nvPr/>
            </p:nvSpPr>
            <p:spPr>
              <a:xfrm>
                <a:off x="3551093" y="907127"/>
                <a:ext cx="2535382" cy="441405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1B01216-9069-AD24-A520-C9D3D01CCA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93" y="907127"/>
                <a:ext cx="2535382" cy="44140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D3505D58-723F-3BFF-5E37-A6D335B93018}"/>
              </a:ext>
            </a:extLst>
          </p:cNvPr>
          <p:cNvSpPr/>
          <p:nvPr/>
        </p:nvSpPr>
        <p:spPr>
          <a:xfrm>
            <a:off x="6754263" y="907127"/>
            <a:ext cx="2535382" cy="44140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6A4A81-B0C1-BEBA-AF19-6FB4200B92D2}"/>
              </a:ext>
            </a:extLst>
          </p:cNvPr>
          <p:cNvSpPr/>
          <p:nvPr/>
        </p:nvSpPr>
        <p:spPr>
          <a:xfrm>
            <a:off x="746934" y="1297825"/>
            <a:ext cx="1737360" cy="1064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Q-net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A2874E-652D-1C4B-DBDC-954D803AA2C3}"/>
              </a:ext>
            </a:extLst>
          </p:cNvPr>
          <p:cNvSpPr/>
          <p:nvPr/>
        </p:nvSpPr>
        <p:spPr>
          <a:xfrm>
            <a:off x="746934" y="3860916"/>
            <a:ext cx="1737360" cy="1064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Target-net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FFDDB6-9DA8-6FCA-4229-BE1D8A74D9FC}"/>
                  </a:ext>
                </a:extLst>
              </p:cNvPr>
              <p:cNvSpPr/>
              <p:nvPr/>
            </p:nvSpPr>
            <p:spPr>
              <a:xfrm>
                <a:off x="3950104" y="1146812"/>
                <a:ext cx="1737360" cy="10640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EFFDDB6-9DA8-6FCA-4229-BE1D8A74D9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104" y="1146812"/>
                <a:ext cx="1737360" cy="1064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25868EBE-A477-E8A3-0436-C48838B461D2}"/>
              </a:ext>
            </a:extLst>
          </p:cNvPr>
          <p:cNvSpPr/>
          <p:nvPr/>
        </p:nvSpPr>
        <p:spPr>
          <a:xfrm>
            <a:off x="3950104" y="2582141"/>
            <a:ext cx="1737360" cy="1064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C44D4EF-5961-CDB9-B79E-31BFAFFC1E57}"/>
                  </a:ext>
                </a:extLst>
              </p:cNvPr>
              <p:cNvSpPr/>
              <p:nvPr/>
            </p:nvSpPr>
            <p:spPr>
              <a:xfrm>
                <a:off x="3950104" y="4017470"/>
                <a:ext cx="1737360" cy="10640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C44D4EF-5961-CDB9-B79E-31BFAFFC1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104" y="4017470"/>
                <a:ext cx="1737360" cy="1064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D26C5DC-7A0C-30D9-E77A-676B718ED888}"/>
                  </a:ext>
                </a:extLst>
              </p:cNvPr>
              <p:cNvSpPr/>
              <p:nvPr/>
            </p:nvSpPr>
            <p:spPr>
              <a:xfrm>
                <a:off x="7153274" y="1518112"/>
                <a:ext cx="1737360" cy="10640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-greedy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D26C5DC-7A0C-30D9-E77A-676B718ED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274" y="1518112"/>
                <a:ext cx="1737360" cy="10640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309760EF-5B6F-B68D-7C59-5CE60A9EF1C4}"/>
              </a:ext>
            </a:extLst>
          </p:cNvPr>
          <p:cNvSpPr/>
          <p:nvPr/>
        </p:nvSpPr>
        <p:spPr>
          <a:xfrm>
            <a:off x="7153274" y="3646170"/>
            <a:ext cx="1737360" cy="1064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6BBAC44-9572-0219-7A08-EE1728663A08}"/>
              </a:ext>
            </a:extLst>
          </p:cNvPr>
          <p:cNvSpPr/>
          <p:nvPr/>
        </p:nvSpPr>
        <p:spPr>
          <a:xfrm>
            <a:off x="9810229" y="1518112"/>
            <a:ext cx="2047875" cy="113936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FAA0052D-02E3-9D87-68F0-BED2E7BFAAD2}"/>
              </a:ext>
            </a:extLst>
          </p:cNvPr>
          <p:cNvSpPr/>
          <p:nvPr/>
        </p:nvSpPr>
        <p:spPr>
          <a:xfrm>
            <a:off x="9810229" y="3511435"/>
            <a:ext cx="1861094" cy="1809750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Replay buffer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0F25C7D-A965-6B6C-7BD3-F411E537431B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890634" y="2050126"/>
            <a:ext cx="9195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01BA35F-369F-054C-20F5-1B3F5DFF4094}"/>
              </a:ext>
            </a:extLst>
          </p:cNvPr>
          <p:cNvSpPr txBox="1"/>
          <p:nvPr/>
        </p:nvSpPr>
        <p:spPr>
          <a:xfrm>
            <a:off x="8951420" y="1718461"/>
            <a:ext cx="798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2472B3D-5608-9326-82DF-F62788FF2FC9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0834166" y="2657475"/>
            <a:ext cx="1" cy="853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FB2641B-31E6-3A1F-CD49-7F8AD58A4A9A}"/>
              </a:ext>
            </a:extLst>
          </p:cNvPr>
          <p:cNvSpPr txBox="1"/>
          <p:nvPr/>
        </p:nvSpPr>
        <p:spPr>
          <a:xfrm>
            <a:off x="10825161" y="2933700"/>
            <a:ext cx="80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s’,r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F6FB681-B811-AE33-C15B-69054B5351B0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8890634" y="4178184"/>
            <a:ext cx="9195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3F8AB0D8-62FA-ECD6-4AD3-1F77E658D0FB}"/>
              </a:ext>
            </a:extLst>
          </p:cNvPr>
          <p:cNvSpPr txBox="1"/>
          <p:nvPr/>
        </p:nvSpPr>
        <p:spPr>
          <a:xfrm>
            <a:off x="8962373" y="3860916"/>
            <a:ext cx="858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s`,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r,s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58F9C594-120B-FEA7-9F57-061132B50409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4286770" y="2039043"/>
            <a:ext cx="1064029" cy="64063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87B1FC5D-20FA-866D-2B85-95F2AD777447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615614" y="4924945"/>
            <a:ext cx="0" cy="849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AFF65465-B775-B1FB-5744-28A0FD16263C}"/>
              </a:ext>
            </a:extLst>
          </p:cNvPr>
          <p:cNvCxnSpPr>
            <a:cxnSpLocks/>
            <a:endCxn id="7" idx="2"/>
          </p:cNvCxnSpPr>
          <p:nvPr/>
        </p:nvCxnSpPr>
        <p:spPr>
          <a:xfrm rot="16200000" flipV="1">
            <a:off x="710221" y="3267248"/>
            <a:ext cx="3412373" cy="1601586"/>
          </a:xfrm>
          <a:prstGeom prst="bentConnector3">
            <a:avLst>
              <a:gd name="adj1" fmla="val 698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682106A5-A82D-851C-D6AA-6A2596626202}"/>
              </a:ext>
            </a:extLst>
          </p:cNvPr>
          <p:cNvSpPr txBox="1"/>
          <p:nvPr/>
        </p:nvSpPr>
        <p:spPr>
          <a:xfrm>
            <a:off x="1615613" y="5351266"/>
            <a:ext cx="51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s`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32CA22D-B08B-68F5-9669-851D30566AD3}"/>
              </a:ext>
            </a:extLst>
          </p:cNvPr>
          <p:cNvCxnSpPr>
            <a:cxnSpLocks/>
          </p:cNvCxnSpPr>
          <p:nvPr/>
        </p:nvCxnSpPr>
        <p:spPr>
          <a:xfrm>
            <a:off x="1075114" y="2361854"/>
            <a:ext cx="0" cy="1499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4834FBD-283F-A08A-2802-682F0E78AD25}"/>
                  </a:ext>
                </a:extLst>
              </p:cNvPr>
              <p:cNvSpPr txBox="1"/>
              <p:nvPr/>
            </p:nvSpPr>
            <p:spPr>
              <a:xfrm>
                <a:off x="306099" y="3316053"/>
                <a:ext cx="16015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by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4834FBD-283F-A08A-2802-682F0E78A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99" y="3316053"/>
                <a:ext cx="1601588" cy="307777"/>
              </a:xfrm>
              <a:prstGeom prst="rect">
                <a:avLst/>
              </a:prstGeom>
              <a:blipFill>
                <a:blip r:embed="rId6"/>
                <a:stretch>
                  <a:fillRect l="-1141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0E055FE6-933A-6AA2-B669-2F3A347C1007}"/>
              </a:ext>
            </a:extLst>
          </p:cNvPr>
          <p:cNvSpPr txBox="1"/>
          <p:nvPr/>
        </p:nvSpPr>
        <p:spPr>
          <a:xfrm>
            <a:off x="1599163" y="2598940"/>
            <a:ext cx="51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59D7F309-BFD4-C09C-2DD9-C7D6B80BD4C1}"/>
              </a:ext>
            </a:extLst>
          </p:cNvPr>
          <p:cNvCxnSpPr>
            <a:cxnSpLocks/>
            <a:endCxn id="11" idx="2"/>
          </p:cNvCxnSpPr>
          <p:nvPr/>
        </p:nvCxnSpPr>
        <p:spPr>
          <a:xfrm rot="16200000" flipV="1">
            <a:off x="4588107" y="3876847"/>
            <a:ext cx="2128058" cy="1666704"/>
          </a:xfrm>
          <a:prstGeom prst="bentConnector3">
            <a:avLst>
              <a:gd name="adj1" fmla="val 907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35D76FA-A11D-82A6-0446-6981D7F7B97D}"/>
              </a:ext>
            </a:extLst>
          </p:cNvPr>
          <p:cNvSpPr txBox="1"/>
          <p:nvPr/>
        </p:nvSpPr>
        <p:spPr>
          <a:xfrm>
            <a:off x="5698290" y="3491583"/>
            <a:ext cx="51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弧形 75">
            <a:extLst>
              <a:ext uri="{FF2B5EF4-FFF2-40B4-BE49-F238E27FC236}">
                <a16:creationId xmlns:a16="http://schemas.microsoft.com/office/drawing/2014/main" id="{AD824756-4153-B4C7-0FD0-D9A3D819E62E}"/>
              </a:ext>
            </a:extLst>
          </p:cNvPr>
          <p:cNvSpPr/>
          <p:nvPr/>
        </p:nvSpPr>
        <p:spPr>
          <a:xfrm rot="16200000">
            <a:off x="3081382" y="4274603"/>
            <a:ext cx="271635" cy="236652"/>
          </a:xfrm>
          <a:prstGeom prst="arc">
            <a:avLst>
              <a:gd name="adj1" fmla="val 16200000"/>
              <a:gd name="adj2" fmla="val 57479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DAE0D243-AC01-7F0F-9174-99EDFF0C2075}"/>
              </a:ext>
            </a:extLst>
          </p:cNvPr>
          <p:cNvCxnSpPr>
            <a:cxnSpLocks/>
            <a:stCxn id="76" idx="0"/>
            <a:endCxn id="9" idx="3"/>
          </p:cNvCxnSpPr>
          <p:nvPr/>
        </p:nvCxnSpPr>
        <p:spPr>
          <a:xfrm flipH="1">
            <a:off x="2484294" y="4392930"/>
            <a:ext cx="6145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2427F9ED-4087-F67C-34AF-99DB65CBDA5C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3335066" y="4404898"/>
            <a:ext cx="615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7185627-58EA-09F6-5060-145148053DFB}"/>
              </a:ext>
            </a:extLst>
          </p:cNvPr>
          <p:cNvCxnSpPr>
            <a:cxnSpLocks/>
          </p:cNvCxnSpPr>
          <p:nvPr/>
        </p:nvCxnSpPr>
        <p:spPr>
          <a:xfrm>
            <a:off x="2482908" y="1800919"/>
            <a:ext cx="1456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84503127-4829-1A8B-E131-EDF07B640DBF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818784" y="2210841"/>
            <a:ext cx="0" cy="37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FDD8694A-B781-C217-287B-7E01063A3263}"/>
              </a:ext>
            </a:extLst>
          </p:cNvPr>
          <p:cNvCxnSpPr>
            <a:cxnSpLocks/>
          </p:cNvCxnSpPr>
          <p:nvPr/>
        </p:nvCxnSpPr>
        <p:spPr>
          <a:xfrm flipV="1">
            <a:off x="4366565" y="3640630"/>
            <a:ext cx="0" cy="378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EB8937DC-BF62-8E78-E1C5-55D2AB6A82A7}"/>
                  </a:ext>
                </a:extLst>
              </p:cNvPr>
              <p:cNvSpPr txBox="1"/>
              <p:nvPr/>
            </p:nvSpPr>
            <p:spPr>
              <a:xfrm>
                <a:off x="4810212" y="2212808"/>
                <a:ext cx="2952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EB8937DC-BF62-8E78-E1C5-55D2AB6A8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212" y="2212808"/>
                <a:ext cx="295275" cy="369332"/>
              </a:xfrm>
              <a:prstGeom prst="rect">
                <a:avLst/>
              </a:prstGeom>
              <a:blipFill>
                <a:blip r:embed="rId7"/>
                <a:stretch>
                  <a:fillRect l="-4082" r="-18367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D16379D4-12D7-B13D-BB14-DE3AC176834B}"/>
                  </a:ext>
                </a:extLst>
              </p:cNvPr>
              <p:cNvSpPr txBox="1"/>
              <p:nvPr/>
            </p:nvSpPr>
            <p:spPr>
              <a:xfrm>
                <a:off x="3574214" y="3604521"/>
                <a:ext cx="723986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𝑡𝑎𝑟𝑔𝑒𝑡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D16379D4-12D7-B13D-BB14-DE3AC1768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214" y="3604521"/>
                <a:ext cx="723986" cy="391902"/>
              </a:xfrm>
              <a:prstGeom prst="rect">
                <a:avLst/>
              </a:prstGeom>
              <a:blipFill>
                <a:blip r:embed="rId8"/>
                <a:stretch>
                  <a:fillRect l="-1681" r="-17647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连接符: 肘形 105">
            <a:extLst>
              <a:ext uri="{FF2B5EF4-FFF2-40B4-BE49-F238E27FC236}">
                <a16:creationId xmlns:a16="http://schemas.microsoft.com/office/drawing/2014/main" id="{34ACCD0B-CBFB-4E45-DCD9-BFA77B208F79}"/>
              </a:ext>
            </a:extLst>
          </p:cNvPr>
          <p:cNvCxnSpPr>
            <a:cxnSpLocks/>
          </p:cNvCxnSpPr>
          <p:nvPr/>
        </p:nvCxnSpPr>
        <p:spPr>
          <a:xfrm rot="10800000">
            <a:off x="2482908" y="2083293"/>
            <a:ext cx="1467196" cy="7849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90402658-6929-AF26-16C1-A63F21E84BD3}"/>
                  </a:ext>
                </a:extLst>
              </p:cNvPr>
              <p:cNvSpPr txBox="1"/>
              <p:nvPr/>
            </p:nvSpPr>
            <p:spPr>
              <a:xfrm>
                <a:off x="2023109" y="2332934"/>
                <a:ext cx="22665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loss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,then update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90402658-6929-AF26-16C1-A63F21E84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109" y="2332934"/>
                <a:ext cx="2266519" cy="307777"/>
              </a:xfrm>
              <a:prstGeom prst="rect">
                <a:avLst/>
              </a:prstGeom>
              <a:blipFill>
                <a:blip r:embed="rId9"/>
                <a:stretch>
                  <a:fillRect l="-806" t="-4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FA9CDA71-CE36-511F-7ACB-FBDBF08C6C9F}"/>
              </a:ext>
            </a:extLst>
          </p:cNvPr>
          <p:cNvCxnSpPr>
            <a:cxnSpLocks/>
          </p:cNvCxnSpPr>
          <p:nvPr/>
        </p:nvCxnSpPr>
        <p:spPr>
          <a:xfrm flipH="1">
            <a:off x="2482907" y="2869513"/>
            <a:ext cx="7281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0CD759BA-D51C-51E8-DFF8-E37C0774CEAA}"/>
              </a:ext>
            </a:extLst>
          </p:cNvPr>
          <p:cNvCxnSpPr>
            <a:cxnSpLocks/>
          </p:cNvCxnSpPr>
          <p:nvPr/>
        </p:nvCxnSpPr>
        <p:spPr>
          <a:xfrm>
            <a:off x="2588810" y="2702110"/>
            <a:ext cx="321857" cy="3358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ADB1EFB9-18C6-B228-A4E7-876B6B06B10C}"/>
              </a:ext>
            </a:extLst>
          </p:cNvPr>
          <p:cNvCxnSpPr>
            <a:cxnSpLocks/>
          </p:cNvCxnSpPr>
          <p:nvPr/>
        </p:nvCxnSpPr>
        <p:spPr>
          <a:xfrm flipV="1">
            <a:off x="2588810" y="2702110"/>
            <a:ext cx="321857" cy="3358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80F45587-5A49-CE7D-BDE0-2AABA80BCB54}"/>
              </a:ext>
            </a:extLst>
          </p:cNvPr>
          <p:cNvSpPr txBox="1"/>
          <p:nvPr/>
        </p:nvSpPr>
        <p:spPr>
          <a:xfrm>
            <a:off x="2188412" y="2902304"/>
            <a:ext cx="1163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,waste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D1F4D719-4E14-7FCA-128A-2159D8163F0B}"/>
              </a:ext>
            </a:extLst>
          </p:cNvPr>
          <p:cNvCxnSpPr>
            <a:cxnSpLocks/>
          </p:cNvCxnSpPr>
          <p:nvPr/>
        </p:nvCxnSpPr>
        <p:spPr>
          <a:xfrm>
            <a:off x="10096500" y="5321185"/>
            <a:ext cx="0" cy="74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1E586972-A0C1-79AC-5264-91D24EB0CB6F}"/>
              </a:ext>
            </a:extLst>
          </p:cNvPr>
          <p:cNvCxnSpPr>
            <a:cxnSpLocks/>
          </p:cNvCxnSpPr>
          <p:nvPr/>
        </p:nvCxnSpPr>
        <p:spPr>
          <a:xfrm>
            <a:off x="10096500" y="6067425"/>
            <a:ext cx="990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585B5FED-A38E-9F82-09BC-0AAC3A26D7C5}"/>
              </a:ext>
            </a:extLst>
          </p:cNvPr>
          <p:cNvCxnSpPr>
            <a:cxnSpLocks/>
          </p:cNvCxnSpPr>
          <p:nvPr/>
        </p:nvCxnSpPr>
        <p:spPr>
          <a:xfrm flipV="1">
            <a:off x="11087100" y="5321185"/>
            <a:ext cx="0" cy="74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10E6C88B-5C32-16A8-B16C-69812D80B54A}"/>
              </a:ext>
            </a:extLst>
          </p:cNvPr>
          <p:cNvSpPr txBox="1"/>
          <p:nvPr/>
        </p:nvSpPr>
        <p:spPr>
          <a:xfrm>
            <a:off x="9705014" y="6059029"/>
            <a:ext cx="2343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episode = flush point,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flush replay buffer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36964C21-0B27-114F-E4C2-414B08B392B1}"/>
              </a:ext>
            </a:extLst>
          </p:cNvPr>
          <p:cNvCxnSpPr>
            <a:cxnSpLocks/>
          </p:cNvCxnSpPr>
          <p:nvPr/>
        </p:nvCxnSpPr>
        <p:spPr>
          <a:xfrm>
            <a:off x="7329192" y="2578209"/>
            <a:ext cx="0" cy="74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68713D64-97AA-3863-0D31-8823D5903F4C}"/>
              </a:ext>
            </a:extLst>
          </p:cNvPr>
          <p:cNvCxnSpPr>
            <a:cxnSpLocks/>
          </p:cNvCxnSpPr>
          <p:nvPr/>
        </p:nvCxnSpPr>
        <p:spPr>
          <a:xfrm>
            <a:off x="7329192" y="3324449"/>
            <a:ext cx="990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47A054F9-EECE-3110-A6CB-B32EB1F8F098}"/>
              </a:ext>
            </a:extLst>
          </p:cNvPr>
          <p:cNvCxnSpPr>
            <a:cxnSpLocks/>
          </p:cNvCxnSpPr>
          <p:nvPr/>
        </p:nvCxnSpPr>
        <p:spPr>
          <a:xfrm flipV="1">
            <a:off x="8319792" y="2578209"/>
            <a:ext cx="0" cy="74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696521BE-902B-66CA-0FBF-85D4DCB2CA6F}"/>
                  </a:ext>
                </a:extLst>
              </p:cNvPr>
              <p:cNvSpPr txBox="1"/>
              <p:nvPr/>
            </p:nvSpPr>
            <p:spPr>
              <a:xfrm>
                <a:off x="8293988" y="2726340"/>
                <a:ext cx="2343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episode = reset point,</a:t>
                </a:r>
              </a:p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 reset</a:t>
                </a:r>
                <a14:m>
                  <m:oMath xmlns:m="http://schemas.openxmlformats.org/officeDocument/2006/math">
                    <m:r>
                      <a:rPr lang="en-US" altLang="zh-CN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1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696521BE-902B-66CA-0FBF-85D4DCB2C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988" y="2726340"/>
                <a:ext cx="2343150" cy="523220"/>
              </a:xfrm>
              <a:prstGeom prst="rect">
                <a:avLst/>
              </a:prstGeom>
              <a:blipFill>
                <a:blip r:embed="rId10"/>
                <a:stretch>
                  <a:fillRect l="-781" t="-2326" b="-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文本框 157">
            <a:extLst>
              <a:ext uri="{FF2B5EF4-FFF2-40B4-BE49-F238E27FC236}">
                <a16:creationId xmlns:a16="http://schemas.microsoft.com/office/drawing/2014/main" id="{81B959D5-C4AC-9E26-A74B-B9E5C70016E6}"/>
              </a:ext>
            </a:extLst>
          </p:cNvPr>
          <p:cNvSpPr txBox="1"/>
          <p:nvPr/>
        </p:nvSpPr>
        <p:spPr>
          <a:xfrm>
            <a:off x="1120142" y="385146"/>
            <a:ext cx="1068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49AAFFF3-2DCE-0FA7-E49B-714909055B39}"/>
              </a:ext>
            </a:extLst>
          </p:cNvPr>
          <p:cNvSpPr txBox="1"/>
          <p:nvPr/>
        </p:nvSpPr>
        <p:spPr>
          <a:xfrm>
            <a:off x="4091062" y="385146"/>
            <a:ext cx="1596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EB7EBE2D-F7B9-4DEB-2E22-6107EA20400F}"/>
              </a:ext>
            </a:extLst>
          </p:cNvPr>
          <p:cNvSpPr txBox="1"/>
          <p:nvPr/>
        </p:nvSpPr>
        <p:spPr>
          <a:xfrm>
            <a:off x="7542933" y="385146"/>
            <a:ext cx="958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855BB016-CCFE-33C7-0565-2F97A09F18B1}"/>
              </a:ext>
            </a:extLst>
          </p:cNvPr>
          <p:cNvCxnSpPr>
            <a:cxnSpLocks/>
          </p:cNvCxnSpPr>
          <p:nvPr/>
        </p:nvCxnSpPr>
        <p:spPr>
          <a:xfrm flipV="1">
            <a:off x="5687464" y="1814688"/>
            <a:ext cx="1465810" cy="15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7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CEAC9-158F-2EA1-9D0B-99DB62A8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3AC11FC-97E7-A8F7-F7F4-2FBFB8844E5D}"/>
              </a:ext>
            </a:extLst>
          </p:cNvPr>
          <p:cNvSpPr/>
          <p:nvPr/>
        </p:nvSpPr>
        <p:spPr>
          <a:xfrm>
            <a:off x="347923" y="907127"/>
            <a:ext cx="2535382" cy="44140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8684F76-D623-DA8C-FD6D-CCA316566AE5}"/>
                  </a:ext>
                </a:extLst>
              </p:cNvPr>
              <p:cNvSpPr/>
              <p:nvPr/>
            </p:nvSpPr>
            <p:spPr>
              <a:xfrm>
                <a:off x="3551093" y="907127"/>
                <a:ext cx="2535382" cy="4414058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1B01216-9069-AD24-A520-C9D3D01CCA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93" y="907127"/>
                <a:ext cx="2535382" cy="441405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B4829754-46C9-9283-275F-5B9DE1A27121}"/>
              </a:ext>
            </a:extLst>
          </p:cNvPr>
          <p:cNvSpPr/>
          <p:nvPr/>
        </p:nvSpPr>
        <p:spPr>
          <a:xfrm>
            <a:off x="6754263" y="907127"/>
            <a:ext cx="2535382" cy="44140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A4E7D5-93B0-A0BF-6DA1-78D339048578}"/>
              </a:ext>
            </a:extLst>
          </p:cNvPr>
          <p:cNvSpPr/>
          <p:nvPr/>
        </p:nvSpPr>
        <p:spPr>
          <a:xfrm>
            <a:off x="746934" y="1297825"/>
            <a:ext cx="1737360" cy="1064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05B0E4-4D10-9771-30F0-0A841B1D9BC3}"/>
              </a:ext>
            </a:extLst>
          </p:cNvPr>
          <p:cNvSpPr/>
          <p:nvPr/>
        </p:nvSpPr>
        <p:spPr>
          <a:xfrm>
            <a:off x="746934" y="3860916"/>
            <a:ext cx="1737360" cy="1064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8103C8E-31B0-5F21-FB6C-98B2CA3C0F24}"/>
                  </a:ext>
                </a:extLst>
              </p:cNvPr>
              <p:cNvSpPr/>
              <p:nvPr/>
            </p:nvSpPr>
            <p:spPr>
              <a:xfrm>
                <a:off x="3950104" y="1146812"/>
                <a:ext cx="1737360" cy="10640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预测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8103C8E-31B0-5F21-FB6C-98B2CA3C0F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104" y="1146812"/>
                <a:ext cx="1737360" cy="1064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>
            <a:extLst>
              <a:ext uri="{FF2B5EF4-FFF2-40B4-BE49-F238E27FC236}">
                <a16:creationId xmlns:a16="http://schemas.microsoft.com/office/drawing/2014/main" id="{74E1DF81-32BA-02C4-0BAF-68197994E62D}"/>
              </a:ext>
            </a:extLst>
          </p:cNvPr>
          <p:cNvSpPr/>
          <p:nvPr/>
        </p:nvSpPr>
        <p:spPr>
          <a:xfrm>
            <a:off x="3950104" y="2582141"/>
            <a:ext cx="1737360" cy="1064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损失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55DF65-2054-7B96-95F8-E62BB135E219}"/>
                  </a:ext>
                </a:extLst>
              </p:cNvPr>
              <p:cNvSpPr/>
              <p:nvPr/>
            </p:nvSpPr>
            <p:spPr>
              <a:xfrm>
                <a:off x="3950104" y="4017470"/>
                <a:ext cx="1737360" cy="10640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预测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E55DF65-2054-7B96-95F8-E62BB135E2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104" y="4017470"/>
                <a:ext cx="1737360" cy="1064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07DF966-7110-CDBD-0093-9BD5FAB8F0A2}"/>
                  </a:ext>
                </a:extLst>
              </p:cNvPr>
              <p:cNvSpPr/>
              <p:nvPr/>
            </p:nvSpPr>
            <p:spPr>
              <a:xfrm>
                <a:off x="7153274" y="1518112"/>
                <a:ext cx="1737360" cy="10640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贪婪</a:t>
                </a:r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007DF966-7110-CDBD-0093-9BD5FAB8F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274" y="1518112"/>
                <a:ext cx="1737360" cy="10640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F3E5115E-3F75-3227-5F59-97431A866E34}"/>
              </a:ext>
            </a:extLst>
          </p:cNvPr>
          <p:cNvSpPr/>
          <p:nvPr/>
        </p:nvSpPr>
        <p:spPr>
          <a:xfrm>
            <a:off x="7153274" y="3646170"/>
            <a:ext cx="1737360" cy="10640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学习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E8502B4-0C86-AF7B-D10F-30EF905ED550}"/>
              </a:ext>
            </a:extLst>
          </p:cNvPr>
          <p:cNvSpPr/>
          <p:nvPr/>
        </p:nvSpPr>
        <p:spPr>
          <a:xfrm>
            <a:off x="9810229" y="1518112"/>
            <a:ext cx="2047875" cy="113936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</a:t>
            </a:r>
          </a:p>
        </p:txBody>
      </p:sp>
      <p:sp>
        <p:nvSpPr>
          <p:cNvPr id="16" name="立方体 15">
            <a:extLst>
              <a:ext uri="{FF2B5EF4-FFF2-40B4-BE49-F238E27FC236}">
                <a16:creationId xmlns:a16="http://schemas.microsoft.com/office/drawing/2014/main" id="{2B554267-4785-9A76-B79F-5952FB00CA97}"/>
              </a:ext>
            </a:extLst>
          </p:cNvPr>
          <p:cNvSpPr/>
          <p:nvPr/>
        </p:nvSpPr>
        <p:spPr>
          <a:xfrm>
            <a:off x="9810229" y="3511435"/>
            <a:ext cx="1861094" cy="1809750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回放池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5C758E6-7D3B-AD11-DA73-85AEA3A878B2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8890634" y="2050126"/>
            <a:ext cx="9195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596FC87-BA02-3E26-B905-337A04E8D2C0}"/>
              </a:ext>
            </a:extLst>
          </p:cNvPr>
          <p:cNvSpPr txBox="1"/>
          <p:nvPr/>
        </p:nvSpPr>
        <p:spPr>
          <a:xfrm>
            <a:off x="8951420" y="1718461"/>
            <a:ext cx="798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AF63618-782C-AF45-4894-906916E554B8}"/>
              </a:ext>
            </a:extLst>
          </p:cNvPr>
          <p:cNvCxnSpPr>
            <a:cxnSpLocks/>
            <a:stCxn id="15" idx="4"/>
          </p:cNvCxnSpPr>
          <p:nvPr/>
        </p:nvCxnSpPr>
        <p:spPr>
          <a:xfrm flipH="1">
            <a:off x="10834166" y="2657475"/>
            <a:ext cx="1" cy="853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32917EB-A14E-0055-570C-304BD539F2BC}"/>
              </a:ext>
            </a:extLst>
          </p:cNvPr>
          <p:cNvSpPr txBox="1"/>
          <p:nvPr/>
        </p:nvSpPr>
        <p:spPr>
          <a:xfrm>
            <a:off x="10825161" y="2933700"/>
            <a:ext cx="80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s’,r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8BD36DE-70E0-B12A-5A7A-AAC9AB983EFF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8890634" y="4178184"/>
            <a:ext cx="91959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CD2A006-C52F-5294-48EF-E3D1BAF11687}"/>
              </a:ext>
            </a:extLst>
          </p:cNvPr>
          <p:cNvSpPr txBox="1"/>
          <p:nvPr/>
        </p:nvSpPr>
        <p:spPr>
          <a:xfrm>
            <a:off x="8962373" y="3860916"/>
            <a:ext cx="858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s`,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r,s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47A4083C-7665-4672-179A-20373E22F483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4286770" y="2039043"/>
            <a:ext cx="1064029" cy="640634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B59700A2-A943-E3CC-EEF4-018203F40015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615614" y="4924945"/>
            <a:ext cx="0" cy="849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B38620A7-8214-DCE7-043F-593C72BDE212}"/>
              </a:ext>
            </a:extLst>
          </p:cNvPr>
          <p:cNvCxnSpPr>
            <a:cxnSpLocks/>
            <a:endCxn id="7" idx="2"/>
          </p:cNvCxnSpPr>
          <p:nvPr/>
        </p:nvCxnSpPr>
        <p:spPr>
          <a:xfrm rot="16200000" flipV="1">
            <a:off x="710221" y="3267248"/>
            <a:ext cx="3412373" cy="1601586"/>
          </a:xfrm>
          <a:prstGeom prst="bentConnector3">
            <a:avLst>
              <a:gd name="adj1" fmla="val 698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A93A35DD-7713-2B66-D3EE-C27CB6694B63}"/>
              </a:ext>
            </a:extLst>
          </p:cNvPr>
          <p:cNvSpPr txBox="1"/>
          <p:nvPr/>
        </p:nvSpPr>
        <p:spPr>
          <a:xfrm>
            <a:off x="1615613" y="5351266"/>
            <a:ext cx="51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s`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B7F9179-F90C-B5D2-8F17-2B41B13E70EF}"/>
              </a:ext>
            </a:extLst>
          </p:cNvPr>
          <p:cNvCxnSpPr>
            <a:cxnSpLocks/>
          </p:cNvCxnSpPr>
          <p:nvPr/>
        </p:nvCxnSpPr>
        <p:spPr>
          <a:xfrm>
            <a:off x="1075114" y="2361854"/>
            <a:ext cx="0" cy="1499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F9D1E86-E5E4-200B-CD47-221D26520126}"/>
                  </a:ext>
                </a:extLst>
              </p:cNvPr>
              <p:cNvSpPr txBox="1"/>
              <p:nvPr/>
            </p:nvSpPr>
            <p:spPr>
              <a:xfrm>
                <a:off x="298351" y="3445765"/>
                <a:ext cx="20103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episodes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更新一次</a:t>
                </a:r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F9D1E86-E5E4-200B-CD47-221D26520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51" y="3445765"/>
                <a:ext cx="2010381" cy="307777"/>
              </a:xfrm>
              <a:prstGeom prst="rect">
                <a:avLst/>
              </a:prstGeom>
              <a:blipFill>
                <a:blip r:embed="rId6"/>
                <a:stretch>
                  <a:fillRect l="-909"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本框 64">
            <a:extLst>
              <a:ext uri="{FF2B5EF4-FFF2-40B4-BE49-F238E27FC236}">
                <a16:creationId xmlns:a16="http://schemas.microsoft.com/office/drawing/2014/main" id="{F88DE6F8-47AE-72C7-A34C-99F5244AD054}"/>
              </a:ext>
            </a:extLst>
          </p:cNvPr>
          <p:cNvSpPr txBox="1"/>
          <p:nvPr/>
        </p:nvSpPr>
        <p:spPr>
          <a:xfrm>
            <a:off x="1599163" y="2598940"/>
            <a:ext cx="51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0826D419-ECED-BAE2-8CB5-4BE8FF29C78D}"/>
              </a:ext>
            </a:extLst>
          </p:cNvPr>
          <p:cNvCxnSpPr>
            <a:cxnSpLocks/>
            <a:endCxn id="11" idx="2"/>
          </p:cNvCxnSpPr>
          <p:nvPr/>
        </p:nvCxnSpPr>
        <p:spPr>
          <a:xfrm rot="16200000" flipV="1">
            <a:off x="4588107" y="3876847"/>
            <a:ext cx="2128058" cy="1666704"/>
          </a:xfrm>
          <a:prstGeom prst="bentConnector3">
            <a:avLst>
              <a:gd name="adj1" fmla="val 907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0D18D7DE-5F40-17E7-2EC5-307A699B00E8}"/>
              </a:ext>
            </a:extLst>
          </p:cNvPr>
          <p:cNvSpPr txBox="1"/>
          <p:nvPr/>
        </p:nvSpPr>
        <p:spPr>
          <a:xfrm>
            <a:off x="5698290" y="3491583"/>
            <a:ext cx="510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弧形 75">
            <a:extLst>
              <a:ext uri="{FF2B5EF4-FFF2-40B4-BE49-F238E27FC236}">
                <a16:creationId xmlns:a16="http://schemas.microsoft.com/office/drawing/2014/main" id="{07CE0742-5EFF-AE51-7CD1-B02F4E6142D2}"/>
              </a:ext>
            </a:extLst>
          </p:cNvPr>
          <p:cNvSpPr/>
          <p:nvPr/>
        </p:nvSpPr>
        <p:spPr>
          <a:xfrm rot="16200000">
            <a:off x="3081382" y="4274603"/>
            <a:ext cx="271635" cy="236652"/>
          </a:xfrm>
          <a:prstGeom prst="arc">
            <a:avLst>
              <a:gd name="adj1" fmla="val 16200000"/>
              <a:gd name="adj2" fmla="val 57479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7FD07FBA-DF3E-CA27-9163-A9BE8EBB1349}"/>
              </a:ext>
            </a:extLst>
          </p:cNvPr>
          <p:cNvCxnSpPr>
            <a:cxnSpLocks/>
            <a:stCxn id="76" idx="0"/>
            <a:endCxn id="9" idx="3"/>
          </p:cNvCxnSpPr>
          <p:nvPr/>
        </p:nvCxnSpPr>
        <p:spPr>
          <a:xfrm flipH="1">
            <a:off x="2484294" y="4392930"/>
            <a:ext cx="61458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28E64648-5963-9C71-1B27-3E21D043C38A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3335066" y="4404898"/>
            <a:ext cx="615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D06328EA-6D05-FBF1-DFD5-06434496A9D6}"/>
              </a:ext>
            </a:extLst>
          </p:cNvPr>
          <p:cNvCxnSpPr>
            <a:cxnSpLocks/>
          </p:cNvCxnSpPr>
          <p:nvPr/>
        </p:nvCxnSpPr>
        <p:spPr>
          <a:xfrm>
            <a:off x="2482908" y="1800919"/>
            <a:ext cx="14563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D2E81D01-D2B8-D9EC-3AF9-6B5348CD8953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818784" y="2210841"/>
            <a:ext cx="0" cy="371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FA337B1F-238A-0844-2DA0-D64CF2123653}"/>
              </a:ext>
            </a:extLst>
          </p:cNvPr>
          <p:cNvCxnSpPr>
            <a:cxnSpLocks/>
          </p:cNvCxnSpPr>
          <p:nvPr/>
        </p:nvCxnSpPr>
        <p:spPr>
          <a:xfrm flipV="1">
            <a:off x="4366565" y="3640630"/>
            <a:ext cx="0" cy="378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82586846-DB99-51C2-95B1-787A06CA94DD}"/>
                  </a:ext>
                </a:extLst>
              </p:cNvPr>
              <p:cNvSpPr txBox="1"/>
              <p:nvPr/>
            </p:nvSpPr>
            <p:spPr>
              <a:xfrm>
                <a:off x="4810212" y="2212808"/>
                <a:ext cx="2952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EB8937DC-BF62-8E78-E1C5-55D2AB6A8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212" y="2212808"/>
                <a:ext cx="295275" cy="369332"/>
              </a:xfrm>
              <a:prstGeom prst="rect">
                <a:avLst/>
              </a:prstGeom>
              <a:blipFill>
                <a:blip r:embed="rId7"/>
                <a:stretch>
                  <a:fillRect l="-4082" r="-18367"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AB96EDEA-34E2-34DB-B159-2F6A3246769D}"/>
                  </a:ext>
                </a:extLst>
              </p:cNvPr>
              <p:cNvSpPr txBox="1"/>
              <p:nvPr/>
            </p:nvSpPr>
            <p:spPr>
              <a:xfrm>
                <a:off x="3574214" y="3604521"/>
                <a:ext cx="723986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𝑡𝑎𝑟𝑔𝑒𝑡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D16379D4-12D7-B13D-BB14-DE3AC1768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214" y="3604521"/>
                <a:ext cx="723986" cy="391902"/>
              </a:xfrm>
              <a:prstGeom prst="rect">
                <a:avLst/>
              </a:prstGeom>
              <a:blipFill>
                <a:blip r:embed="rId8"/>
                <a:stretch>
                  <a:fillRect l="-1681" r="-17647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连接符: 肘形 105">
            <a:extLst>
              <a:ext uri="{FF2B5EF4-FFF2-40B4-BE49-F238E27FC236}">
                <a16:creationId xmlns:a16="http://schemas.microsoft.com/office/drawing/2014/main" id="{EB14D258-F67B-C299-1D09-31847B42021F}"/>
              </a:ext>
            </a:extLst>
          </p:cNvPr>
          <p:cNvCxnSpPr>
            <a:cxnSpLocks/>
          </p:cNvCxnSpPr>
          <p:nvPr/>
        </p:nvCxnSpPr>
        <p:spPr>
          <a:xfrm rot="10800000">
            <a:off x="2482908" y="2083293"/>
            <a:ext cx="1467196" cy="7849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FCB1935-FE57-FE8A-0B51-1F83AA677834}"/>
                  </a:ext>
                </a:extLst>
              </p:cNvPr>
              <p:cNvSpPr txBox="1"/>
              <p:nvPr/>
            </p:nvSpPr>
            <p:spPr>
              <a:xfrm>
                <a:off x="2023109" y="2332934"/>
                <a:ext cx="22665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loss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更新网络层参数</a:t>
                </a:r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FCB1935-FE57-FE8A-0B51-1F83AA677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109" y="2332934"/>
                <a:ext cx="2266519" cy="523220"/>
              </a:xfrm>
              <a:prstGeom prst="rect">
                <a:avLst/>
              </a:prstGeom>
              <a:blipFill>
                <a:blip r:embed="rId9"/>
                <a:stretch>
                  <a:fillRect l="-806" t="-3488" b="-104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4345B009-3C20-BC88-0E6A-D632823E1463}"/>
              </a:ext>
            </a:extLst>
          </p:cNvPr>
          <p:cNvCxnSpPr>
            <a:cxnSpLocks/>
          </p:cNvCxnSpPr>
          <p:nvPr/>
        </p:nvCxnSpPr>
        <p:spPr>
          <a:xfrm flipH="1">
            <a:off x="2482907" y="2869513"/>
            <a:ext cx="7281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5D068374-5DF7-7704-4080-417B8B98556D}"/>
              </a:ext>
            </a:extLst>
          </p:cNvPr>
          <p:cNvCxnSpPr>
            <a:cxnSpLocks/>
          </p:cNvCxnSpPr>
          <p:nvPr/>
        </p:nvCxnSpPr>
        <p:spPr>
          <a:xfrm>
            <a:off x="2588810" y="2702110"/>
            <a:ext cx="321857" cy="3358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3DD26E10-FCC5-5552-F76F-F4AC697D7F80}"/>
              </a:ext>
            </a:extLst>
          </p:cNvPr>
          <p:cNvCxnSpPr>
            <a:cxnSpLocks/>
          </p:cNvCxnSpPr>
          <p:nvPr/>
        </p:nvCxnSpPr>
        <p:spPr>
          <a:xfrm flipV="1">
            <a:off x="2588810" y="2702110"/>
            <a:ext cx="321857" cy="3358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58B15DBD-9844-7B17-6BC0-166F2F4F5055}"/>
              </a:ext>
            </a:extLst>
          </p:cNvPr>
          <p:cNvSpPr txBox="1"/>
          <p:nvPr/>
        </p:nvSpPr>
        <p:spPr>
          <a:xfrm>
            <a:off x="2188412" y="2902304"/>
            <a:ext cx="1163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否则不更新</a:t>
            </a: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5A155C53-0198-DC68-4F30-5050E4878DCB}"/>
              </a:ext>
            </a:extLst>
          </p:cNvPr>
          <p:cNvCxnSpPr>
            <a:cxnSpLocks/>
          </p:cNvCxnSpPr>
          <p:nvPr/>
        </p:nvCxnSpPr>
        <p:spPr>
          <a:xfrm>
            <a:off x="10096500" y="5321185"/>
            <a:ext cx="0" cy="74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BE7F9A2-426E-432E-BEBD-29F97BD39D37}"/>
              </a:ext>
            </a:extLst>
          </p:cNvPr>
          <p:cNvCxnSpPr>
            <a:cxnSpLocks/>
          </p:cNvCxnSpPr>
          <p:nvPr/>
        </p:nvCxnSpPr>
        <p:spPr>
          <a:xfrm>
            <a:off x="10096500" y="6067425"/>
            <a:ext cx="990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AEE01842-B0BE-35F8-6100-761166DF2C33}"/>
              </a:ext>
            </a:extLst>
          </p:cNvPr>
          <p:cNvCxnSpPr>
            <a:cxnSpLocks/>
          </p:cNvCxnSpPr>
          <p:nvPr/>
        </p:nvCxnSpPr>
        <p:spPr>
          <a:xfrm flipV="1">
            <a:off x="11087100" y="5321185"/>
            <a:ext cx="0" cy="74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EEAB6E80-9AFB-50DE-79AD-A4BB2A8C7102}"/>
              </a:ext>
            </a:extLst>
          </p:cNvPr>
          <p:cNvSpPr txBox="1"/>
          <p:nvPr/>
        </p:nvSpPr>
        <p:spPr>
          <a:xfrm>
            <a:off x="9705014" y="6059029"/>
            <a:ext cx="2343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episode = flush point,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那么清空回放池</a:t>
            </a:r>
          </a:p>
        </p:txBody>
      </p: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F6A44352-30DA-5B54-1964-658B4E0C6B7F}"/>
              </a:ext>
            </a:extLst>
          </p:cNvPr>
          <p:cNvCxnSpPr>
            <a:cxnSpLocks/>
          </p:cNvCxnSpPr>
          <p:nvPr/>
        </p:nvCxnSpPr>
        <p:spPr>
          <a:xfrm>
            <a:off x="7329192" y="2578209"/>
            <a:ext cx="0" cy="7462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114CD378-EAFD-3442-C2F2-6741FE336B6A}"/>
              </a:ext>
            </a:extLst>
          </p:cNvPr>
          <p:cNvCxnSpPr>
            <a:cxnSpLocks/>
          </p:cNvCxnSpPr>
          <p:nvPr/>
        </p:nvCxnSpPr>
        <p:spPr>
          <a:xfrm>
            <a:off x="7329192" y="3324449"/>
            <a:ext cx="990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E17B0F14-1540-2704-CBDB-30DB5F021996}"/>
              </a:ext>
            </a:extLst>
          </p:cNvPr>
          <p:cNvCxnSpPr>
            <a:cxnSpLocks/>
          </p:cNvCxnSpPr>
          <p:nvPr/>
        </p:nvCxnSpPr>
        <p:spPr>
          <a:xfrm flipV="1">
            <a:off x="8319792" y="2578209"/>
            <a:ext cx="0" cy="74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69355EF5-D520-0863-30BE-551AF759D186}"/>
                  </a:ext>
                </a:extLst>
              </p:cNvPr>
              <p:cNvSpPr txBox="1"/>
              <p:nvPr/>
            </p:nvSpPr>
            <p:spPr>
              <a:xfrm>
                <a:off x="8293988" y="2726340"/>
                <a:ext cx="23431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episode = reset point,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14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那么</m:t>
                    </m:r>
                    <m:r>
                      <a:rPr lang="zh-CN" altLang="en-US" sz="1400" i="1" dirty="0">
                        <a:latin typeface="Cambria Math" panose="02040503050406030204" pitchFamily="18" charset="0"/>
                      </a:rPr>
                      <m:t>置</m:t>
                    </m:r>
                    <m:r>
                      <a:rPr lang="en-US" altLang="zh-CN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为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69355EF5-D520-0863-30BE-551AF759D1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988" y="2726340"/>
                <a:ext cx="2343150" cy="523220"/>
              </a:xfrm>
              <a:prstGeom prst="rect">
                <a:avLst/>
              </a:prstGeom>
              <a:blipFill>
                <a:blip r:embed="rId10"/>
                <a:stretch>
                  <a:fillRect l="-781" t="-3488" b="-11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文本框 157">
            <a:extLst>
              <a:ext uri="{FF2B5EF4-FFF2-40B4-BE49-F238E27FC236}">
                <a16:creationId xmlns:a16="http://schemas.microsoft.com/office/drawing/2014/main" id="{43E228B9-7CFD-25ED-F494-5CBE57A131E1}"/>
              </a:ext>
            </a:extLst>
          </p:cNvPr>
          <p:cNvSpPr txBox="1"/>
          <p:nvPr/>
        </p:nvSpPr>
        <p:spPr>
          <a:xfrm>
            <a:off x="1264250" y="390687"/>
            <a:ext cx="70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905B9829-DC86-C801-402F-958BA1DC4E19}"/>
              </a:ext>
            </a:extLst>
          </p:cNvPr>
          <p:cNvSpPr txBox="1"/>
          <p:nvPr/>
        </p:nvSpPr>
        <p:spPr>
          <a:xfrm>
            <a:off x="4459209" y="385146"/>
            <a:ext cx="71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E1E93AC-A233-7CB2-122E-1F1158A4F3F3}"/>
              </a:ext>
            </a:extLst>
          </p:cNvPr>
          <p:cNvSpPr txBox="1"/>
          <p:nvPr/>
        </p:nvSpPr>
        <p:spPr>
          <a:xfrm>
            <a:off x="7542933" y="385146"/>
            <a:ext cx="958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智能体</a:t>
            </a:r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7EF1A428-9115-D5E5-ACEA-CDFA21AE5EBE}"/>
              </a:ext>
            </a:extLst>
          </p:cNvPr>
          <p:cNvCxnSpPr>
            <a:cxnSpLocks/>
          </p:cNvCxnSpPr>
          <p:nvPr/>
        </p:nvCxnSpPr>
        <p:spPr>
          <a:xfrm flipV="1">
            <a:off x="5687464" y="1814688"/>
            <a:ext cx="1465810" cy="15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2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144</Words>
  <Application>Microsoft Office PowerPoint</Application>
  <PresentationFormat>宽屏</PresentationFormat>
  <Paragraphs>56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Yang</dc:creator>
  <cp:lastModifiedBy>BC Yang</cp:lastModifiedBy>
  <cp:revision>4</cp:revision>
  <dcterms:created xsi:type="dcterms:W3CDTF">2025-04-08T07:10:20Z</dcterms:created>
  <dcterms:modified xsi:type="dcterms:W3CDTF">2025-11-17T07:10:36Z</dcterms:modified>
</cp:coreProperties>
</file>